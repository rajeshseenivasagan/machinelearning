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8833C-D7C3-06D4-1869-AE278965C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AA53EE-007A-9502-550A-6C35D56DB2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1B3B7-90CB-F227-BAFC-02D8D5E80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10CBE-334C-4170-A61A-4551D4BD41C2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12920-44E7-2C0D-2A98-3AD66688B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9152F-4565-F488-4F14-A146B89A9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CAAC8-E457-46F7-BEA8-5450252854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793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39667-A5B2-250F-E9E9-44170CA7D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D9233-9A07-E456-6817-4B48B5D4E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F734C-D24C-43F9-76BC-9F82B362B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10CBE-334C-4170-A61A-4551D4BD41C2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18700-D88A-842D-2B0D-CEE4C5EB8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10C14-3B77-BE76-F8CC-39719014E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CAAC8-E457-46F7-BEA8-5450252854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205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B5DF0-740D-1692-F9A0-D3E3F8230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1E956-C028-140B-F458-A4CAF78EF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A0710-0FBE-F9A9-6346-11F963FE3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10CBE-334C-4170-A61A-4551D4BD41C2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2C545-948C-1A0F-FAA2-F3B732E1C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82872-83FF-915B-F64B-099A9855A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CAAC8-E457-46F7-BEA8-5450252854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279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6FE0E-C654-72AE-DF09-FBFB0EE6F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9FAA7-24EB-652B-3A80-FC72A9166A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9D7AFA-C36F-78A6-0F9C-4C742BAA82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3AF833-3FC3-6F94-FA22-954066CC4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10CBE-334C-4170-A61A-4551D4BD41C2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3D95A9-E1CF-063D-B347-28A2527C4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5B537-A8DB-5537-A0E8-A0C58B837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CAAC8-E457-46F7-BEA8-5450252854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0816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817EC-95E6-ED08-2B96-54F8D30E7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E0712D-20B3-3DE6-3034-D4CD89ACA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11D6E-15DF-03C1-576A-3F06A422E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322187-FC9C-E4ED-7645-3FB0964954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360FFF-B8D9-95BF-E6C3-246E93E792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7BB9B3-1B1A-7BA8-C1B6-D7FC2E633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10CBE-334C-4170-A61A-4551D4BD41C2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CE059C-E52B-C753-8800-C8F3D7597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1216F1-B0FE-A4B2-9C94-0F0EAAE0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CAAC8-E457-46F7-BEA8-5450252854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7612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A51A3-D8DD-EE2C-74CF-DCB92AAD0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B22D5A-7C5A-93E2-A43B-563202A59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10CBE-334C-4170-A61A-4551D4BD41C2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7A51C9-E1FD-5975-03D6-2BC68F4F3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A424F2-F70C-F3A1-20DD-05490B46D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CAAC8-E457-46F7-BEA8-5450252854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023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4D20EC-D579-28EB-E603-C56BAE8B6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10CBE-334C-4170-A61A-4551D4BD41C2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243ECA-60F4-9E4A-2A79-EFB698C3A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A92FD-CCD1-D7E6-9426-D5C8A5AD9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CAAC8-E457-46F7-BEA8-5450252854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342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3DA68-1B67-2A51-56C3-555C0A5BE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CC9A6-9D40-2870-AFC7-17E9A91C5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5BA5C-B84C-A200-14EB-769BC5D52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89AC96-7238-977F-A64A-FDB99685A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10CBE-334C-4170-A61A-4551D4BD41C2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E65D9D-DE9F-D5ED-3F14-9DD241DE3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22868-010D-F402-305B-A510CF959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CAAC8-E457-46F7-BEA8-5450252854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8695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EDFD0-F36D-827B-33DE-42803F1BA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85CA21-908D-056C-0B12-2F361D9EF3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19E2A8-8DA9-7D91-86E9-78EE3F8F6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A1E5B-264A-739C-1164-8F9F6FBF7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10CBE-334C-4170-A61A-4551D4BD41C2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557AE5-ABFE-348F-1E2C-3B6F74D40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5D6E2-A1AC-2CBF-6A54-60827E62F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CAAC8-E457-46F7-BEA8-5450252854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552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CC808-65DA-2C3B-BEDB-AFEC9E677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CF02DA-3821-26FA-2CE0-7889BE2AEB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6A41A-CE75-D2F8-8E6C-BD1E8ED9C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10CBE-334C-4170-A61A-4551D4BD41C2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B507A-FF27-9015-63D3-100117942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96286-9D42-CA22-7CC0-894AC2571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CAAC8-E457-46F7-BEA8-5450252854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294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54B385-556E-3DD2-4302-8D4CCF61C2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B42402-FB0B-8418-AAA3-6E72EC603D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B1AA4-5EAB-9DB4-1998-A8B2B155D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10CBE-334C-4170-A61A-4551D4BD41C2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CEA39-625D-6180-9750-B4FC9DAB2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A5494-AE5E-6E03-CDB8-FA189F9D3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CAAC8-E457-46F7-BEA8-5450252854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013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ADA8EF-AEB6-2233-A075-2E46B02B8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4595B4-A843-ABBC-64C4-02ACA59BF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80AD7-6F35-092E-96DB-177C0C891F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810CBE-334C-4170-A61A-4551D4BD41C2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D5DEB-6D36-310A-120D-CEBB857E89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457F6-EBFA-74B9-EA40-652A05B682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CAAC8-E457-46F7-BEA8-5450252854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340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02B0-1ADC-F165-28FF-87E505672B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399AB5-FDB1-E11C-8E5E-B127576DEA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RAJESH KUMAR S</a:t>
            </a:r>
          </a:p>
        </p:txBody>
      </p:sp>
    </p:spTree>
    <p:extLst>
      <p:ext uri="{BB962C8B-B14F-4D97-AF65-F5344CB8AC3E}">
        <p14:creationId xmlns:p14="http://schemas.microsoft.com/office/powerpoint/2010/main" val="479407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9A304-1272-D8A5-5589-C62CA2C49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277" y="18256"/>
            <a:ext cx="11267768" cy="846984"/>
          </a:xfrm>
        </p:spPr>
        <p:txBody>
          <a:bodyPr/>
          <a:lstStyle/>
          <a:p>
            <a:pPr algn="ctr"/>
            <a:r>
              <a:rPr lang="en-IN" b="1" dirty="0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78779-65CC-A65B-A9EF-E2D02FBC8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277" y="993058"/>
            <a:ext cx="11267768" cy="5555226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4046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7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MACHINE LEARNING</vt:lpstr>
      <vt:lpstr>LINEAR REGRESSION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Seenivasagan, Rajesh Kumar (DI SW GS&amp;CS GCS SIM GCO AI ICS)</dc:creator>
  <cp:lastModifiedBy>Seenivasagan, Rajesh Kumar (DI SW GS&amp;CS GCS SIM GCO AI ICS)</cp:lastModifiedBy>
  <cp:revision>4</cp:revision>
  <dcterms:created xsi:type="dcterms:W3CDTF">2026-06-04T15:05:50Z</dcterms:created>
  <dcterms:modified xsi:type="dcterms:W3CDTF">2026-06-04T16:09:31Z</dcterms:modified>
</cp:coreProperties>
</file>